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-167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BA0D81-69BF-454E-8955-4E199060296A}" type="datetimeFigureOut">
              <a:rPr lang="es-ES" smtClean="0"/>
              <a:t>27.01.26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720" y="1357298"/>
            <a:ext cx="8429684" cy="3746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14348" y="5357826"/>
            <a:ext cx="7631113" cy="1266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5 CuadroTexto"/>
          <p:cNvSpPr txBox="1"/>
          <p:nvPr/>
        </p:nvSpPr>
        <p:spPr>
          <a:xfrm>
            <a:off x="928662" y="214290"/>
            <a:ext cx="70723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0" b="1" dirty="0" smtClean="0"/>
              <a:t>Función describe</a:t>
            </a:r>
            <a:r>
              <a:rPr lang="en-US" sz="6000" b="1" dirty="0" smtClean="0"/>
              <a:t>_</a:t>
            </a:r>
            <a:r>
              <a:rPr lang="en-US" sz="6000" b="1" dirty="0" err="1" smtClean="0"/>
              <a:t>df</a:t>
            </a:r>
            <a:endParaRPr lang="es-ES" sz="6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44" y="2143116"/>
            <a:ext cx="5929354" cy="45428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43636" y="2857496"/>
            <a:ext cx="2458871" cy="27817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5 CuadroTexto"/>
          <p:cNvSpPr txBox="1"/>
          <p:nvPr/>
        </p:nvSpPr>
        <p:spPr>
          <a:xfrm>
            <a:off x="642910" y="285728"/>
            <a:ext cx="77153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5400" dirty="0" smtClean="0"/>
              <a:t>Función tipifica</a:t>
            </a:r>
            <a:r>
              <a:rPr lang="en-US" sz="5400" dirty="0" smtClean="0"/>
              <a:t>_variables</a:t>
            </a:r>
            <a:endParaRPr lang="es-ES" sz="5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dirty="0" smtClean="0"/>
              <a:t>Función </a:t>
            </a:r>
            <a:r>
              <a:rPr lang="es-ES" dirty="0" err="1" smtClean="0"/>
              <a:t>get_features_num_regression</a:t>
            </a:r>
            <a:endParaRPr lang="es-E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500173"/>
            <a:ext cx="4594425" cy="53578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43438" y="1857364"/>
            <a:ext cx="4500562" cy="3464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Funci</a:t>
            </a:r>
            <a:r>
              <a:rPr lang="es-ES" dirty="0" err="1" smtClean="0"/>
              <a:t>ón</a:t>
            </a:r>
            <a:r>
              <a:rPr lang="es-ES" dirty="0" smtClean="0"/>
              <a:t> </a:t>
            </a:r>
            <a:r>
              <a:rPr lang="es-ES" dirty="0" err="1" smtClean="0"/>
              <a:t>plot</a:t>
            </a:r>
            <a:r>
              <a:rPr lang="en-US" dirty="0" smtClean="0"/>
              <a:t>_</a:t>
            </a:r>
            <a:r>
              <a:rPr lang="en-US" dirty="0" err="1" smtClean="0"/>
              <a:t>features_num_regression</a:t>
            </a:r>
            <a:endParaRPr lang="es-E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993921"/>
            <a:ext cx="3467809" cy="48640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43438" y="2000239"/>
            <a:ext cx="3321826" cy="48577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" y="0"/>
            <a:ext cx="9144001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Funci</a:t>
            </a:r>
            <a:r>
              <a:rPr lang="es-ES" dirty="0" err="1" smtClean="0"/>
              <a:t>ón</a:t>
            </a:r>
            <a:r>
              <a:rPr lang="es-ES" dirty="0"/>
              <a:t> </a:t>
            </a:r>
            <a:r>
              <a:rPr lang="es-ES" dirty="0" err="1" smtClean="0"/>
              <a:t>get</a:t>
            </a:r>
            <a:r>
              <a:rPr lang="en-US" dirty="0" smtClean="0"/>
              <a:t>_</a:t>
            </a:r>
            <a:r>
              <a:rPr lang="en-US" dirty="0" err="1" smtClean="0"/>
              <a:t>features_cat_regression</a:t>
            </a:r>
            <a:endParaRPr lang="es-E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584329"/>
            <a:ext cx="4771349" cy="5273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23083" y="1428736"/>
            <a:ext cx="4120917" cy="4127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786314" y="5786454"/>
            <a:ext cx="4357686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Funci</a:t>
            </a:r>
            <a:r>
              <a:rPr lang="es-ES" dirty="0" err="1" smtClean="0"/>
              <a:t>ón</a:t>
            </a:r>
            <a:r>
              <a:rPr lang="es-ES" dirty="0" smtClean="0"/>
              <a:t> </a:t>
            </a:r>
            <a:r>
              <a:rPr lang="es-ES" dirty="0" err="1" smtClean="0"/>
              <a:t>plot</a:t>
            </a:r>
            <a:r>
              <a:rPr lang="en-US" dirty="0" smtClean="0"/>
              <a:t>_</a:t>
            </a:r>
            <a:r>
              <a:rPr lang="en-US" dirty="0" err="1" smtClean="0"/>
              <a:t>features_cat_regression</a:t>
            </a:r>
            <a:endParaRPr lang="es-E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571612"/>
            <a:ext cx="4152082" cy="5286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29256" y="1509621"/>
            <a:ext cx="3714744" cy="53483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714488"/>
            <a:ext cx="4540666" cy="3467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9625" y="1785926"/>
            <a:ext cx="4524375" cy="362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20</Words>
  <Application>Microsoft Office PowerPoint</Application>
  <PresentationFormat>Presentación en pantalla (4:3)</PresentationFormat>
  <Paragraphs>6</Paragraphs>
  <Slides>8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9" baseType="lpstr">
      <vt:lpstr>Tema de Office</vt:lpstr>
      <vt:lpstr>Diapositiva 1</vt:lpstr>
      <vt:lpstr>Diapositiva 2</vt:lpstr>
      <vt:lpstr>Función get_features_num_regression</vt:lpstr>
      <vt:lpstr>Función plot_features_num_regression</vt:lpstr>
      <vt:lpstr>Diapositiva 5</vt:lpstr>
      <vt:lpstr>Función get_features_cat_regression</vt:lpstr>
      <vt:lpstr>Función plot_features_cat_regression</vt:lpstr>
      <vt:lpstr>Diapositiva 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Portada</dc:title>
  <dc:creator>Usuario de Windows</dc:creator>
  <cp:lastModifiedBy>Usuario de Windows</cp:lastModifiedBy>
  <cp:revision>4</cp:revision>
  <dcterms:created xsi:type="dcterms:W3CDTF">2026-01-27T10:15:13Z</dcterms:created>
  <dcterms:modified xsi:type="dcterms:W3CDTF">2026-01-27T10:50:32Z</dcterms:modified>
</cp:coreProperties>
</file>