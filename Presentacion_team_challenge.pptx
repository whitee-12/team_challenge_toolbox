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63" d="100"/>
          <a:sy n="163" d="100"/>
        </p:scale>
        <p:origin x="173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BA0D81-69BF-454E-8955-4E199060296A}" type="datetimeFigureOut">
              <a:rPr lang="es-ES" smtClean="0"/>
              <a:t>27/01/2026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92B6FF-F6CF-491A-824C-28BADD94F553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Portada</a:t>
            </a:r>
            <a:endParaRPr lang="es-E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5720" y="1357298"/>
            <a:ext cx="8429684" cy="3746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14348" y="5357826"/>
            <a:ext cx="7631113" cy="1266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5 CuadroTexto"/>
          <p:cNvSpPr txBox="1"/>
          <p:nvPr/>
        </p:nvSpPr>
        <p:spPr>
          <a:xfrm>
            <a:off x="928662" y="214290"/>
            <a:ext cx="707236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6000" b="1" dirty="0"/>
              <a:t>Función describe</a:t>
            </a:r>
            <a:r>
              <a:rPr lang="en-US" sz="6000" b="1" dirty="0"/>
              <a:t>_</a:t>
            </a:r>
            <a:r>
              <a:rPr lang="en-US" sz="6000" b="1" dirty="0" err="1"/>
              <a:t>df</a:t>
            </a:r>
            <a:endParaRPr lang="es-ES" sz="6000" b="1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844" y="2143116"/>
            <a:ext cx="5929354" cy="45428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43636" y="2857496"/>
            <a:ext cx="2458871" cy="27817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5 CuadroTexto"/>
          <p:cNvSpPr txBox="1"/>
          <p:nvPr/>
        </p:nvSpPr>
        <p:spPr>
          <a:xfrm>
            <a:off x="642910" y="285728"/>
            <a:ext cx="77153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5400" dirty="0"/>
              <a:t>Función tipifica</a:t>
            </a:r>
            <a:r>
              <a:rPr lang="en-US" sz="5400" dirty="0"/>
              <a:t>_variables</a:t>
            </a:r>
            <a:endParaRPr lang="es-ES" sz="5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dirty="0"/>
              <a:t>Función </a:t>
            </a:r>
            <a:r>
              <a:rPr lang="es-ES" dirty="0" err="1"/>
              <a:t>get_features_num_regression</a:t>
            </a:r>
            <a:endParaRPr lang="es-E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9512" y="1417638"/>
            <a:ext cx="4594425" cy="53578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01276" y="2132856"/>
            <a:ext cx="4142723" cy="31893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Funci</a:t>
            </a:r>
            <a:r>
              <a:rPr lang="es-ES" dirty="0" err="1"/>
              <a:t>ón</a:t>
            </a:r>
            <a:r>
              <a:rPr lang="es-ES" dirty="0"/>
              <a:t> </a:t>
            </a:r>
            <a:r>
              <a:rPr lang="es-ES" dirty="0" err="1"/>
              <a:t>plot</a:t>
            </a:r>
            <a:r>
              <a:rPr lang="en-US" dirty="0"/>
              <a:t>_</a:t>
            </a:r>
            <a:r>
              <a:rPr lang="en-US" dirty="0" err="1"/>
              <a:t>features_num_regression</a:t>
            </a:r>
            <a:endParaRPr lang="es-ES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3528" y="1993921"/>
            <a:ext cx="3467809" cy="48640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43438" y="2000239"/>
            <a:ext cx="3321826" cy="48577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15616" y="1268760"/>
            <a:ext cx="7236296" cy="5427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C88C3D14-64FD-31EE-B407-45F40E9BC2F2}"/>
              </a:ext>
            </a:extLst>
          </p:cNvPr>
          <p:cNvSpPr txBox="1"/>
          <p:nvPr/>
        </p:nvSpPr>
        <p:spPr>
          <a:xfrm>
            <a:off x="3761656" y="162019"/>
            <a:ext cx="1944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dirty="0"/>
              <a:t>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Funci</a:t>
            </a:r>
            <a:r>
              <a:rPr lang="es-ES" dirty="0" err="1"/>
              <a:t>ón</a:t>
            </a:r>
            <a:r>
              <a:rPr lang="es-ES" dirty="0"/>
              <a:t> </a:t>
            </a:r>
            <a:r>
              <a:rPr lang="es-ES" dirty="0" err="1"/>
              <a:t>get</a:t>
            </a:r>
            <a:r>
              <a:rPr lang="en-US" dirty="0"/>
              <a:t>_</a:t>
            </a:r>
            <a:r>
              <a:rPr lang="en-US" dirty="0" err="1"/>
              <a:t>features_cat_regression</a:t>
            </a:r>
            <a:endParaRPr lang="es-E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584329"/>
            <a:ext cx="4771349" cy="5273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23083" y="1428736"/>
            <a:ext cx="4120917" cy="4127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786314" y="5786454"/>
            <a:ext cx="4357686" cy="80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Funci</a:t>
            </a:r>
            <a:r>
              <a:rPr lang="es-ES" dirty="0" err="1"/>
              <a:t>ón</a:t>
            </a:r>
            <a:r>
              <a:rPr lang="es-ES" dirty="0"/>
              <a:t> </a:t>
            </a:r>
            <a:r>
              <a:rPr lang="es-ES" dirty="0" err="1"/>
              <a:t>plot</a:t>
            </a:r>
            <a:r>
              <a:rPr lang="en-US" dirty="0"/>
              <a:t>_</a:t>
            </a:r>
            <a:r>
              <a:rPr lang="en-US" dirty="0" err="1"/>
              <a:t>features_cat_regression</a:t>
            </a:r>
            <a:endParaRPr lang="es-E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571612"/>
            <a:ext cx="4152082" cy="52863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429256" y="1509621"/>
            <a:ext cx="3714744" cy="53483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 l="2368" r="6698" b="4858"/>
          <a:stretch>
            <a:fillRect/>
          </a:stretch>
        </p:blipFill>
        <p:spPr bwMode="auto">
          <a:xfrm>
            <a:off x="182924" y="1817222"/>
            <a:ext cx="4344864" cy="3471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 t="1623"/>
          <a:stretch>
            <a:fillRect/>
          </a:stretch>
        </p:blipFill>
        <p:spPr bwMode="auto">
          <a:xfrm>
            <a:off x="4619625" y="1844824"/>
            <a:ext cx="4524375" cy="3570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DDBF56E2-0975-4F21-F7D4-C87B44784B56}"/>
              </a:ext>
            </a:extLst>
          </p:cNvPr>
          <p:cNvSpPr txBox="1"/>
          <p:nvPr/>
        </p:nvSpPr>
        <p:spPr>
          <a:xfrm>
            <a:off x="3683521" y="332656"/>
            <a:ext cx="18722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dirty="0"/>
              <a:t>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46</Words>
  <Application>Microsoft Office PowerPoint</Application>
  <PresentationFormat>Presentación en pantalla (4:3)</PresentationFormat>
  <Paragraphs>9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Tema de Office</vt:lpstr>
      <vt:lpstr>Portada</vt:lpstr>
      <vt:lpstr>Presentación de PowerPoint</vt:lpstr>
      <vt:lpstr>Presentación de PowerPoint</vt:lpstr>
      <vt:lpstr>Función get_features_num_regression</vt:lpstr>
      <vt:lpstr>Función plot_features_num_regression</vt:lpstr>
      <vt:lpstr>Presentación de PowerPoint</vt:lpstr>
      <vt:lpstr>Función get_features_cat_regression</vt:lpstr>
      <vt:lpstr>Función plot_features_cat_regression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Portada</dc:title>
  <dc:creator>Usuario de Windows</dc:creator>
  <cp:lastModifiedBy>Blanca Garcia Bartomeu</cp:lastModifiedBy>
  <cp:revision>4</cp:revision>
  <dcterms:created xsi:type="dcterms:W3CDTF">2026-01-27T10:15:13Z</dcterms:created>
  <dcterms:modified xsi:type="dcterms:W3CDTF">2026-01-27T10:53:56Z</dcterms:modified>
</cp:coreProperties>
</file>