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A0D81-69BF-454E-8955-4E199060296A}" type="datetimeFigureOut">
              <a:rPr lang="es-ES" smtClean="0"/>
              <a:t>27.01.26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B6FF-F6CF-491A-824C-28BADD94F55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A0D81-69BF-454E-8955-4E199060296A}" type="datetimeFigureOut">
              <a:rPr lang="es-ES" smtClean="0"/>
              <a:t>27.01.26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B6FF-F6CF-491A-824C-28BADD94F55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A0D81-69BF-454E-8955-4E199060296A}" type="datetimeFigureOut">
              <a:rPr lang="es-ES" smtClean="0"/>
              <a:t>27.01.26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B6FF-F6CF-491A-824C-28BADD94F55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A0D81-69BF-454E-8955-4E199060296A}" type="datetimeFigureOut">
              <a:rPr lang="es-ES" smtClean="0"/>
              <a:t>27.01.26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B6FF-F6CF-491A-824C-28BADD94F55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A0D81-69BF-454E-8955-4E199060296A}" type="datetimeFigureOut">
              <a:rPr lang="es-ES" smtClean="0"/>
              <a:t>27.01.26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B6FF-F6CF-491A-824C-28BADD94F55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A0D81-69BF-454E-8955-4E199060296A}" type="datetimeFigureOut">
              <a:rPr lang="es-ES" smtClean="0"/>
              <a:t>27.01.26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B6FF-F6CF-491A-824C-28BADD94F55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A0D81-69BF-454E-8955-4E199060296A}" type="datetimeFigureOut">
              <a:rPr lang="es-ES" smtClean="0"/>
              <a:t>27.01.26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B6FF-F6CF-491A-824C-28BADD94F55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A0D81-69BF-454E-8955-4E199060296A}" type="datetimeFigureOut">
              <a:rPr lang="es-ES" smtClean="0"/>
              <a:t>27.01.26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B6FF-F6CF-491A-824C-28BADD94F55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A0D81-69BF-454E-8955-4E199060296A}" type="datetimeFigureOut">
              <a:rPr lang="es-ES" smtClean="0"/>
              <a:t>27.01.26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B6FF-F6CF-491A-824C-28BADD94F55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A0D81-69BF-454E-8955-4E199060296A}" type="datetimeFigureOut">
              <a:rPr lang="es-ES" smtClean="0"/>
              <a:t>27.01.26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B6FF-F6CF-491A-824C-28BADD94F55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A0D81-69BF-454E-8955-4E199060296A}" type="datetimeFigureOut">
              <a:rPr lang="es-ES" smtClean="0"/>
              <a:t>27.01.26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B6FF-F6CF-491A-824C-28BADD94F55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A0D81-69BF-454E-8955-4E199060296A}" type="datetimeFigureOut">
              <a:rPr lang="es-ES" smtClean="0"/>
              <a:t>27.01.26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2B6FF-F6CF-491A-824C-28BADD94F553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Portada</a:t>
            </a:r>
            <a:endParaRPr lang="es-E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357298"/>
            <a:ext cx="8429684" cy="3746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5357826"/>
            <a:ext cx="7631113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5 CuadroTexto"/>
          <p:cNvSpPr txBox="1"/>
          <p:nvPr/>
        </p:nvSpPr>
        <p:spPr>
          <a:xfrm>
            <a:off x="928662" y="214290"/>
            <a:ext cx="70723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b="1" dirty="0" smtClean="0"/>
              <a:t>Función describe</a:t>
            </a:r>
            <a:r>
              <a:rPr lang="en-US" sz="6000" b="1" dirty="0" smtClean="0"/>
              <a:t>_</a:t>
            </a:r>
            <a:r>
              <a:rPr lang="en-US" sz="6000" b="1" dirty="0" err="1" smtClean="0"/>
              <a:t>df</a:t>
            </a:r>
            <a:endParaRPr lang="es-ES" sz="6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2143116"/>
            <a:ext cx="5929354" cy="4542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43636" y="2857496"/>
            <a:ext cx="2458871" cy="2781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5 CuadroTexto"/>
          <p:cNvSpPr txBox="1"/>
          <p:nvPr/>
        </p:nvSpPr>
        <p:spPr>
          <a:xfrm>
            <a:off x="642910" y="285728"/>
            <a:ext cx="7715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 smtClean="0"/>
              <a:t>Función tipifica</a:t>
            </a:r>
            <a:r>
              <a:rPr lang="en-US" sz="5400" dirty="0" smtClean="0"/>
              <a:t>_variables</a:t>
            </a:r>
            <a:endParaRPr lang="es-ES" sz="5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Función </a:t>
            </a:r>
            <a:r>
              <a:rPr lang="es-ES" dirty="0" err="1" smtClean="0"/>
              <a:t>get_features_num_regression</a:t>
            </a:r>
            <a:endParaRPr lang="es-E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500173"/>
            <a:ext cx="4594425" cy="5357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3438" y="1857364"/>
            <a:ext cx="4500562" cy="3464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Funci</a:t>
            </a:r>
            <a:r>
              <a:rPr lang="es-ES" dirty="0" err="1" smtClean="0"/>
              <a:t>ón</a:t>
            </a:r>
            <a:r>
              <a:rPr lang="es-ES" dirty="0" smtClean="0"/>
              <a:t> </a:t>
            </a:r>
            <a:r>
              <a:rPr lang="es-ES" dirty="0" err="1" smtClean="0"/>
              <a:t>plot</a:t>
            </a:r>
            <a:r>
              <a:rPr lang="en-US" dirty="0" smtClean="0"/>
              <a:t>_</a:t>
            </a:r>
            <a:r>
              <a:rPr lang="en-US" dirty="0" err="1" smtClean="0"/>
              <a:t>features_num_regression</a:t>
            </a:r>
            <a:endParaRPr lang="es-E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93921"/>
            <a:ext cx="3467809" cy="4864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3438" y="2000239"/>
            <a:ext cx="3321826" cy="4857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Funci</a:t>
            </a:r>
            <a:r>
              <a:rPr lang="es-ES" dirty="0" err="1" smtClean="0"/>
              <a:t>ón</a:t>
            </a:r>
            <a:r>
              <a:rPr lang="es-ES" dirty="0"/>
              <a:t> </a:t>
            </a:r>
            <a:r>
              <a:rPr lang="es-ES" dirty="0" err="1" smtClean="0"/>
              <a:t>get</a:t>
            </a:r>
            <a:r>
              <a:rPr lang="en-US" dirty="0" smtClean="0"/>
              <a:t>_</a:t>
            </a:r>
            <a:r>
              <a:rPr lang="en-US" dirty="0" err="1" smtClean="0"/>
              <a:t>features_cat_regression</a:t>
            </a:r>
            <a:endParaRPr lang="es-E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584329"/>
            <a:ext cx="4771349" cy="527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3083" y="1428736"/>
            <a:ext cx="4120917" cy="4127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6314" y="5786454"/>
            <a:ext cx="4357686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Funci</a:t>
            </a:r>
            <a:r>
              <a:rPr lang="es-ES" dirty="0" err="1" smtClean="0"/>
              <a:t>ón</a:t>
            </a:r>
            <a:r>
              <a:rPr lang="es-ES" dirty="0" smtClean="0"/>
              <a:t> </a:t>
            </a:r>
            <a:r>
              <a:rPr lang="es-ES" dirty="0" err="1" smtClean="0"/>
              <a:t>plot</a:t>
            </a:r>
            <a:r>
              <a:rPr lang="en-US" dirty="0" smtClean="0"/>
              <a:t>_</a:t>
            </a:r>
            <a:r>
              <a:rPr lang="en-US" dirty="0" err="1" smtClean="0"/>
              <a:t>features_cat_regression</a:t>
            </a:r>
            <a:endParaRPr lang="es-E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571612"/>
            <a:ext cx="4152082" cy="528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9256" y="1509621"/>
            <a:ext cx="3714744" cy="5348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714488"/>
            <a:ext cx="4540666" cy="3467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19625" y="1785926"/>
            <a:ext cx="4524375" cy="36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21</Words>
  <Application>Microsoft Office PowerPoint</Application>
  <PresentationFormat>Presentación en pantalla (4:3)</PresentationFormat>
  <Paragraphs>7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Tema de Office</vt:lpstr>
      <vt:lpstr>Portada</vt:lpstr>
      <vt:lpstr>Diapositiva 2</vt:lpstr>
      <vt:lpstr>Diapositiva 3</vt:lpstr>
      <vt:lpstr>Función get_features_num_regression</vt:lpstr>
      <vt:lpstr>Función plot_features_num_regression</vt:lpstr>
      <vt:lpstr>Diapositiva 6</vt:lpstr>
      <vt:lpstr>Función get_features_cat_regression</vt:lpstr>
      <vt:lpstr>Función plot_features_cat_regression</vt:lpstr>
      <vt:lpstr>Diapositiva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Portada</dc:title>
  <dc:creator>Usuario de Windows</dc:creator>
  <cp:lastModifiedBy>Usuario de Windows</cp:lastModifiedBy>
  <cp:revision>3</cp:revision>
  <dcterms:created xsi:type="dcterms:W3CDTF">2026-01-27T10:15:13Z</dcterms:created>
  <dcterms:modified xsi:type="dcterms:W3CDTF">2026-01-27T10:44:31Z</dcterms:modified>
</cp:coreProperties>
</file>