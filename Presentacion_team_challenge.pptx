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63" d="100"/>
          <a:sy n="163" d="100"/>
        </p:scale>
        <p:origin x="1734" y="1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8" name="7 Forma libre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Título"/>
          <p:cNvSpPr>
            <a:spLocks noGrp="1"/>
          </p:cNvSpPr>
          <p:nvPr>
            <p:ph type="ctrTitle"/>
          </p:nvPr>
        </p:nvSpPr>
        <p:spPr>
          <a:xfrm>
            <a:off x="429064" y="3337560"/>
            <a:ext cx="6480048" cy="2301240"/>
          </a:xfrm>
        </p:spPr>
        <p:txBody>
          <a:bodyPr rIns="45720" anchor="t"/>
          <a:lstStyle>
            <a:lvl1pPr algn="r">
              <a:defRPr lang="en-US" b="1" cap="all" baseline="0" dirty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7" name="16 Subtítulo"/>
          <p:cNvSpPr>
            <a:spLocks noGrp="1"/>
          </p:cNvSpPr>
          <p:nvPr>
            <p:ph type="subTitle" idx="1"/>
          </p:nvPr>
        </p:nvSpPr>
        <p:spPr>
          <a:xfrm>
            <a:off x="433050" y="1544812"/>
            <a:ext cx="6480048" cy="1752600"/>
          </a:xfrm>
        </p:spPr>
        <p:txBody>
          <a:bodyPr tIns="0" rIns="45720" bIns="0" anchor="b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30" name="29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19" name="18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27" name="2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Forma libre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85800" y="3583837"/>
            <a:ext cx="6629400" cy="1826363"/>
          </a:xfrm>
        </p:spPr>
        <p:txBody>
          <a:bodyPr tIns="0" bIns="0" anchor="t"/>
          <a:lstStyle>
            <a:lvl1pPr algn="l">
              <a:buNone/>
              <a:defRPr sz="4200" b="1" cap="none" baseline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85800" y="2485800"/>
            <a:ext cx="6629400" cy="1066688"/>
          </a:xfrm>
        </p:spPr>
        <p:txBody>
          <a:bodyPr lIns="45720" tIns="0" rIns="45720" bIns="0" anchor="b"/>
          <a:lstStyle>
            <a:lvl1pPr marL="0" indent="0" algn="l">
              <a:buNone/>
              <a:defRPr sz="2000">
                <a:solidFill>
                  <a:schemeClr val="tx1"/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26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5486400"/>
            <a:ext cx="4040188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5025" y="5486400"/>
            <a:ext cx="4041775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457200" y="1516912"/>
            <a:ext cx="4040188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1516912"/>
            <a:ext cx="4041775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320"/>
            <a:ext cx="7470648" cy="1143000"/>
          </a:xfrm>
        </p:spPr>
        <p:txBody>
          <a:bodyPr anchor="ctr"/>
          <a:lstStyle>
            <a:lvl1pPr algn="l">
              <a:defRPr sz="4600"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8" name="7 Marcador de número de diapositiva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8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s-E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1185528"/>
            <a:ext cx="3200400" cy="730250"/>
          </a:xfrm>
        </p:spPr>
        <p:txBody>
          <a:bodyPr tIns="0" bIns="0" anchor="t"/>
          <a:lstStyle>
            <a:lvl1pPr algn="l"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457200" y="214424"/>
            <a:ext cx="2743200" cy="914400"/>
          </a:xfrm>
        </p:spPr>
        <p:txBody>
          <a:bodyPr lIns="45720" tIns="0" rIns="45720" bIns="0" anchor="b"/>
          <a:lstStyle>
            <a:lvl1pPr marL="0" indent="0" algn="l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7086600" cy="3810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156448" y="6422064"/>
            <a:ext cx="762000" cy="365125"/>
          </a:xfrm>
        </p:spPr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556732" y="1705709"/>
            <a:ext cx="3053868" cy="1253808"/>
          </a:xfrm>
        </p:spPr>
        <p:txBody>
          <a:bodyPr anchor="b"/>
          <a:lstStyle>
            <a:lvl1pPr algn="l">
              <a:buNone/>
              <a:defRPr sz="2200" b="1">
                <a:solidFill>
                  <a:schemeClr val="accent1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065628" y="1019907"/>
            <a:ext cx="4114800" cy="4114800"/>
          </a:xfrm>
          <a:prstGeom prst="ellipse">
            <a:avLst/>
          </a:prstGeom>
          <a:solidFill>
            <a:schemeClr val="bg2">
              <a:shade val="50000"/>
            </a:schemeClr>
          </a:solidFill>
          <a:ln w="50800" cap="flat">
            <a:solidFill>
              <a:schemeClr val="bg2"/>
            </a:solidFill>
            <a:miter lim="800000"/>
          </a:ln>
          <a:effectLst>
            <a:outerShdw blurRad="152000" dist="345000" dir="5400000" sx="-80000" sy="-18000" rotWithShape="0">
              <a:srgbClr val="000000">
                <a:alpha val="25000"/>
              </a:srgbClr>
            </a:outerShdw>
          </a:effectLst>
          <a:scene3d>
            <a:camera prst="orthographicFront"/>
            <a:lightRig rig="contrasting" dir="t">
              <a:rot lat="0" lon="0" rev="2400000"/>
            </a:lightRig>
          </a:scene3d>
          <a:sp3d contourW="7620">
            <a:bevelT w="63500" h="63500"/>
            <a:contourClr>
              <a:schemeClr val="bg2">
                <a:shade val="50000"/>
              </a:schemeClr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 dirty="0"/>
              <a:t>Haga clic en el icono para agregar una imagen</a:t>
            </a:r>
            <a:endParaRPr kumimoji="0" lang="en-U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5556734" y="2998765"/>
            <a:ext cx="3053866" cy="2663482"/>
          </a:xfrm>
        </p:spPr>
        <p:txBody>
          <a:bodyPr lIns="45720" rIns="45720"/>
          <a:lstStyle>
            <a:lvl1pPr marL="0" indent="0">
              <a:buFontTx/>
              <a:buNone/>
              <a:defRPr sz="12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>
          <a:xfrm>
            <a:off x="457200" y="6422064"/>
            <a:ext cx="2133600" cy="365125"/>
          </a:xfrm>
        </p:spPr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11 Forma libre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6" name="15 Forma libre"/>
          <p:cNvSpPr>
            <a:spLocks/>
          </p:cNvSpPr>
          <p:nvPr/>
        </p:nvSpPr>
        <p:spPr bwMode="auto">
          <a:xfrm>
            <a:off x="7315200" y="0"/>
            <a:ext cx="1828800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2082" y="1734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0" name="29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0" name="9 Marcador de fecha"/>
          <p:cNvSpPr>
            <a:spLocks noGrp="1"/>
          </p:cNvSpPr>
          <p:nvPr>
            <p:ph type="dt" sz="half" idx="2"/>
          </p:nvPr>
        </p:nvSpPr>
        <p:spPr>
          <a:xfrm>
            <a:off x="457200" y="6422064"/>
            <a:ext cx="2133600" cy="365125"/>
          </a:xfrm>
          <a:prstGeom prst="rect">
            <a:avLst/>
          </a:prstGeom>
        </p:spPr>
        <p:txBody>
          <a:bodyPr vert="horz" bIns="0" anchor="b"/>
          <a:lstStyle>
            <a:lvl1pPr algn="l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65BA0D81-69BF-454E-8955-4E199060296A}" type="datetimeFigureOut">
              <a:rPr lang="es-ES" smtClean="0"/>
              <a:pPr/>
              <a:t>27/01/2026</a:t>
            </a:fld>
            <a:endParaRPr lang="es-ES" dirty="0"/>
          </a:p>
        </p:txBody>
      </p:sp>
      <p:sp>
        <p:nvSpPr>
          <p:cNvPr id="22" name="21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422064"/>
            <a:ext cx="2895600" cy="365125"/>
          </a:xfrm>
          <a:prstGeom prst="rect">
            <a:avLst/>
          </a:prstGeom>
        </p:spPr>
        <p:txBody>
          <a:bodyPr vert="horz" lIns="0" rIns="0" bIns="0" anchor="b"/>
          <a:lstStyle>
            <a:lvl1pPr algn="ct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18" name="17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153400" y="6422064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rtl="0" eaLnBrk="1" latinLnBrk="0" hangingPunct="1">
        <a:spcBef>
          <a:spcPct val="0"/>
        </a:spcBef>
        <a:buNone/>
        <a:defRPr kumimoji="0" sz="4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0624" indent="-384048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"/>
        <a:defRPr kumimoji="0"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22376" indent="-274320" algn="l" rtl="0" eaLnBrk="1" latinLnBrk="0" hangingPunct="1">
        <a:spcBef>
          <a:spcPct val="20000"/>
        </a:spcBef>
        <a:buClr>
          <a:schemeClr val="accent1"/>
        </a:buClr>
        <a:buSzPct val="90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rtl="0" eaLnBrk="1" latinLnBrk="0" hangingPunct="1">
        <a:spcBef>
          <a:spcPct val="20000"/>
        </a:spcBef>
        <a:buClr>
          <a:schemeClr val="accent2"/>
        </a:buClr>
        <a:buSzPct val="85000"/>
        <a:buFont typeface="Arial"/>
        <a:buChar char="○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37744" algn="l" rtl="0" eaLnBrk="1" latinLnBrk="0" hangingPunct="1">
        <a:spcBef>
          <a:spcPct val="20000"/>
        </a:spcBef>
        <a:buClr>
          <a:schemeClr val="accent3"/>
        </a:buClr>
        <a:buSzPct val="9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90472" indent="-182880" algn="l" rtl="0" eaLnBrk="1" latinLnBrk="0" hangingPunct="1">
        <a:spcBef>
          <a:spcPct val="20000"/>
        </a:spcBef>
        <a:buClr>
          <a:schemeClr val="accent4"/>
        </a:buClr>
        <a:buSzPct val="100000"/>
        <a:buFont typeface="Arial"/>
        <a:buChar char="-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00784" indent="-182880" algn="l" rtl="0" eaLnBrk="1" latinLnBrk="0" hangingPunct="1">
        <a:spcBef>
          <a:spcPct val="20000"/>
        </a:spcBef>
        <a:buClr>
          <a:schemeClr val="accent5"/>
        </a:buClr>
        <a:buFont typeface="Arial"/>
        <a:buChar char="-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Arial"/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39696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▪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s/photo/1022095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67544" y="404664"/>
            <a:ext cx="7467600" cy="1143000"/>
          </a:xfrm>
        </p:spPr>
        <p:txBody>
          <a:bodyPr>
            <a:noAutofit/>
          </a:bodyPr>
          <a:lstStyle/>
          <a:p>
            <a:r>
              <a:rPr lang="en-US" sz="5000" dirty="0"/>
              <a:t>TEAM CHALLENGE:</a:t>
            </a:r>
            <a:br>
              <a:rPr lang="en-US" sz="5000" dirty="0"/>
            </a:br>
            <a:r>
              <a:rPr lang="en-US" sz="5000" dirty="0" err="1"/>
              <a:t>ToolBox</a:t>
            </a:r>
            <a:endParaRPr lang="es-ES" sz="5000" dirty="0"/>
          </a:p>
        </p:txBody>
      </p:sp>
      <p:sp>
        <p:nvSpPr>
          <p:cNvPr id="3" name="2 CuadroTexto"/>
          <p:cNvSpPr txBox="1"/>
          <p:nvPr/>
        </p:nvSpPr>
        <p:spPr>
          <a:xfrm>
            <a:off x="7020272" y="5589240"/>
            <a:ext cx="2857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Blanca Garcia </a:t>
            </a:r>
          </a:p>
          <a:p>
            <a:r>
              <a:rPr lang="en-US" dirty="0"/>
              <a:t>Eric </a:t>
            </a:r>
            <a:r>
              <a:rPr lang="en-US" dirty="0" err="1"/>
              <a:t>Calvo</a:t>
            </a:r>
            <a:r>
              <a:rPr lang="en-US" dirty="0"/>
              <a:t> </a:t>
            </a:r>
          </a:p>
          <a:p>
            <a:r>
              <a:rPr lang="en-US" dirty="0"/>
              <a:t>Iv</a:t>
            </a:r>
            <a:r>
              <a:rPr lang="es-ES" dirty="0" err="1"/>
              <a:t>án</a:t>
            </a:r>
            <a:r>
              <a:rPr lang="es-ES" dirty="0"/>
              <a:t> Gómez</a:t>
            </a:r>
          </a:p>
          <a:p>
            <a:r>
              <a:rPr lang="es-ES" dirty="0"/>
              <a:t>Marcos Martínez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282" y="1500174"/>
            <a:ext cx="8429684" cy="3746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2910" y="5357826"/>
            <a:ext cx="7631113" cy="1266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1428728" y="357166"/>
            <a:ext cx="57150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400" b="1" dirty="0"/>
              <a:t>Función describe</a:t>
            </a:r>
            <a:r>
              <a:rPr lang="en-US" sz="4400" b="1" dirty="0"/>
              <a:t>_df</a:t>
            </a:r>
            <a:endParaRPr lang="es-ES" sz="4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44" y="2143116"/>
            <a:ext cx="5929354" cy="45428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43636" y="2857496"/>
            <a:ext cx="2458871" cy="27817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714348" y="449311"/>
            <a:ext cx="771530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400" b="1" dirty="0"/>
              <a:t>Función tipifica</a:t>
            </a:r>
            <a:r>
              <a:rPr lang="en-US" sz="4400" b="1" dirty="0"/>
              <a:t>_variables</a:t>
            </a:r>
            <a:endParaRPr lang="es-ES" sz="44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512" y="1417638"/>
            <a:ext cx="4594425" cy="53578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1276" y="2132856"/>
            <a:ext cx="4142723" cy="31893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28596" y="214290"/>
            <a:ext cx="8229600" cy="1143000"/>
          </a:xfrm>
        </p:spPr>
        <p:txBody>
          <a:bodyPr>
            <a:noAutofit/>
          </a:bodyPr>
          <a:lstStyle/>
          <a:p>
            <a:r>
              <a:rPr lang="es-ES" sz="4400" b="1" dirty="0"/>
              <a:t>Función get</a:t>
            </a:r>
            <a:r>
              <a:rPr lang="en-US" sz="4400" b="1" dirty="0"/>
              <a:t>_features_num_regression</a:t>
            </a:r>
            <a:endParaRPr lang="es-ES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58138" cy="1511288"/>
          </a:xfrm>
        </p:spPr>
        <p:txBody>
          <a:bodyPr>
            <a:normAutofit/>
          </a:bodyPr>
          <a:lstStyle/>
          <a:p>
            <a:r>
              <a:rPr lang="en-US" sz="4400" b="1" dirty="0"/>
              <a:t>Funci</a:t>
            </a:r>
            <a:r>
              <a:rPr lang="es-ES" sz="4400" b="1" dirty="0"/>
              <a:t>ón plot</a:t>
            </a:r>
            <a:r>
              <a:rPr lang="en-US" sz="4400" b="1" dirty="0"/>
              <a:t>_features_num_regression</a:t>
            </a:r>
            <a:endParaRPr lang="es-ES" sz="4400" b="1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1993921"/>
            <a:ext cx="3467809" cy="48640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3438" y="2000239"/>
            <a:ext cx="3321826" cy="4857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5616" y="1268760"/>
            <a:ext cx="7236296" cy="5427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C88C3D14-64FD-31EE-B407-45F40E9BC2F2}"/>
              </a:ext>
            </a:extLst>
          </p:cNvPr>
          <p:cNvSpPr txBox="1"/>
          <p:nvPr/>
        </p:nvSpPr>
        <p:spPr>
          <a:xfrm>
            <a:off x="3482752" y="162019"/>
            <a:ext cx="217849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400" b="1" dirty="0"/>
              <a:t>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67494"/>
            <a:ext cx="7972452" cy="1161242"/>
          </a:xfrm>
        </p:spPr>
        <p:txBody>
          <a:bodyPr>
            <a:noAutofit/>
          </a:bodyPr>
          <a:lstStyle/>
          <a:p>
            <a:r>
              <a:rPr lang="en-US" sz="4400" b="1" dirty="0"/>
              <a:t>Funci</a:t>
            </a:r>
            <a:r>
              <a:rPr lang="es-ES" sz="4400" b="1" dirty="0"/>
              <a:t>ón get</a:t>
            </a:r>
            <a:r>
              <a:rPr lang="en-US" sz="4400" b="1" dirty="0"/>
              <a:t>_features_cat_regression</a:t>
            </a:r>
            <a:endParaRPr lang="es-ES" sz="4400" b="1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84329"/>
            <a:ext cx="4771349" cy="5273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23083" y="1573531"/>
            <a:ext cx="4120917" cy="4127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786314" y="5786454"/>
            <a:ext cx="4357686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b="1" dirty="0"/>
              <a:t>Funci</a:t>
            </a:r>
            <a:r>
              <a:rPr lang="es-ES" sz="4400" b="1" dirty="0"/>
              <a:t>ón plot</a:t>
            </a:r>
            <a:r>
              <a:rPr lang="en-US" sz="4400" b="1" dirty="0"/>
              <a:t>_features_cat_regression</a:t>
            </a:r>
            <a:endParaRPr lang="es-ES" sz="4400" b="1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71612"/>
            <a:ext cx="4152082" cy="5286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29256" y="1509621"/>
            <a:ext cx="3714744" cy="5348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 l="2368" r="6698" b="4858"/>
          <a:stretch>
            <a:fillRect/>
          </a:stretch>
        </p:blipFill>
        <p:spPr bwMode="auto">
          <a:xfrm>
            <a:off x="182924" y="1817222"/>
            <a:ext cx="4344864" cy="3471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 t="1623"/>
          <a:stretch>
            <a:fillRect/>
          </a:stretch>
        </p:blipFill>
        <p:spPr bwMode="auto">
          <a:xfrm>
            <a:off x="4619625" y="1844824"/>
            <a:ext cx="4524375" cy="3570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DDBF56E2-0975-4F21-F7D4-C87B44784B56}"/>
              </a:ext>
            </a:extLst>
          </p:cNvPr>
          <p:cNvSpPr txBox="1"/>
          <p:nvPr/>
        </p:nvSpPr>
        <p:spPr>
          <a:xfrm>
            <a:off x="3599321" y="332656"/>
            <a:ext cx="20406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400" b="1" dirty="0"/>
              <a:t>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écnico">
  <a:themeElements>
    <a:clrScheme name="Técnico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Técnico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écnico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50000"/>
              </a:schemeClr>
            </a:gs>
            <a:gs pos="30000">
              <a:schemeClr val="phClr">
                <a:shade val="60000"/>
                <a:satMod val="150000"/>
              </a:schemeClr>
            </a:gs>
            <a:gs pos="100000">
              <a:schemeClr val="phClr">
                <a:tint val="83000"/>
                <a:satMod val="200000"/>
              </a:schemeClr>
            </a:gs>
          </a:gsLst>
          <a:lin ang="13000000" scaled="0"/>
        </a:gradFill>
        <a:gradFill rotWithShape="1">
          <a:gsLst>
            <a:gs pos="0">
              <a:schemeClr val="phClr">
                <a:tint val="78000"/>
                <a:satMod val="220000"/>
              </a:schemeClr>
            </a:gs>
            <a:gs pos="100000">
              <a:schemeClr val="phClr">
                <a:shade val="35000"/>
                <a:satMod val="155000"/>
              </a:schemeClr>
            </a:gs>
          </a:gsLst>
          <a:path path="circle">
            <a:fillToRect l="60000" t="50000" r="4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Technic</Template>
  <TotalTime>56</TotalTime>
  <Words>59</Words>
  <Application>Microsoft Office PowerPoint</Application>
  <PresentationFormat>Presentación en pantalla (4:3)</PresentationFormat>
  <Paragraphs>13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Franklin Gothic Book</vt:lpstr>
      <vt:lpstr>Wingdings 2</vt:lpstr>
      <vt:lpstr>Técnico</vt:lpstr>
      <vt:lpstr>TEAM CHALLENGE: ToolBox</vt:lpstr>
      <vt:lpstr>Presentación de PowerPoint</vt:lpstr>
      <vt:lpstr>Presentación de PowerPoint</vt:lpstr>
      <vt:lpstr>Función get_features_num_regression</vt:lpstr>
      <vt:lpstr>Función plot_features_num_regression</vt:lpstr>
      <vt:lpstr>Presentación de PowerPoint</vt:lpstr>
      <vt:lpstr>Función get_features_cat_regression</vt:lpstr>
      <vt:lpstr>Función plot_features_cat_regression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Portada</dc:title>
  <dc:creator>Usuario de Windows</dc:creator>
  <cp:lastModifiedBy>Blanca Garcia Bartomeu</cp:lastModifiedBy>
  <cp:revision>10</cp:revision>
  <dcterms:created xsi:type="dcterms:W3CDTF">2026-01-27T10:15:13Z</dcterms:created>
  <dcterms:modified xsi:type="dcterms:W3CDTF">2026-01-27T15:09:38Z</dcterms:modified>
</cp:coreProperties>
</file>